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78" r:id="rId7"/>
    <p:sldId id="279" r:id="rId8"/>
    <p:sldId id="258" r:id="rId9"/>
    <p:sldId id="285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0655" autoAdjust="0"/>
  </p:normalViewPr>
  <p:slideViewPr>
    <p:cSldViewPr snapToGrid="0">
      <p:cViewPr varScale="1">
        <p:scale>
          <a:sx n="83" d="100"/>
          <a:sy n="83" d="100"/>
        </p:scale>
        <p:origin x="643" y="67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19-Dec-25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19-Dec-25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324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7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mpetitions/cifar-10/overview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1809" y="2174169"/>
            <a:ext cx="4941771" cy="166737"/>
          </a:xfrm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anchor="ctr"/>
          <a:lstStyle/>
          <a:p>
            <a:r>
              <a:rPr lang="en-US" sz="7000" b="1" dirty="0"/>
              <a:t>IBM Project</a:t>
            </a:r>
            <a:endParaRPr lang="en-US" sz="7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570644-C419-CFF4-568E-D90900543007}"/>
              </a:ext>
            </a:extLst>
          </p:cNvPr>
          <p:cNvSpPr txBox="1"/>
          <p:nvPr/>
        </p:nvSpPr>
        <p:spPr>
          <a:xfrm>
            <a:off x="7531809" y="3389313"/>
            <a:ext cx="5098854" cy="793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CIFAR-10 Image Classification using K-Nearest Neighbors</a:t>
            </a:r>
          </a:p>
          <a:p>
            <a:r>
              <a:rPr lang="en-US" dirty="0"/>
              <a:t>A Machine Learning Project</a:t>
            </a:r>
          </a:p>
          <a:p>
            <a:endParaRPr lang="en-US" sz="25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BFFB5A-C4FB-01B9-ED20-CADC7729E9B6}"/>
              </a:ext>
            </a:extLst>
          </p:cNvPr>
          <p:cNvSpPr txBox="1"/>
          <p:nvPr/>
        </p:nvSpPr>
        <p:spPr>
          <a:xfrm>
            <a:off x="7531809" y="4723285"/>
            <a:ext cx="3186545" cy="48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Amitabh Ranjan</a:t>
            </a:r>
            <a:endParaRPr lang="en-US" dirty="0"/>
          </a:p>
          <a:p>
            <a:r>
              <a:rPr lang="en-US" b="1" dirty="0"/>
              <a:t>Brainware University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900372"/>
            <a:ext cx="2895600" cy="1325563"/>
          </a:xfrm>
        </p:spPr>
        <p:txBody>
          <a:bodyPr>
            <a:noAutofit/>
          </a:bodyPr>
          <a:lstStyle/>
          <a:p>
            <a:r>
              <a:rPr lang="en-US" sz="3500" b="1" dirty="0"/>
              <a:t>Problem Statement &amp; Objective</a:t>
            </a:r>
            <a:endParaRPr lang="en-US" sz="3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544" y="2415395"/>
            <a:ext cx="6139543" cy="4047461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Problem: How can we build a model to automatically identify objects in images?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Dataset: We will use the CIFAR-10 dataset, which consists of 60,000 32x32 pixel images across 10 classes (e.g., car, cat, dog). </a:t>
            </a:r>
            <a:r>
              <a:rPr lang="en-US" dirty="0">
                <a:hlinkClick r:id="rId3"/>
              </a:rPr>
              <a:t>https://kaggle.com/competitions/cifar-10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Objective: To build an image classification model that can accurately predict the class of an image it has never seen before. We will use the K-Nearest Neighbors (KNN) algorithm to achieve this.</a:t>
            </a:r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79079" y="-1688677"/>
            <a:ext cx="4179570" cy="3377354"/>
          </a:xfrm>
        </p:spPr>
        <p:txBody>
          <a:bodyPr/>
          <a:lstStyle/>
          <a:p>
            <a:r>
              <a:rPr lang="en-US" b="1" dirty="0"/>
              <a:t>The KNN Algorithm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36B805-1A5B-E8E3-315D-3ABE56A46F6C}"/>
              </a:ext>
            </a:extLst>
          </p:cNvPr>
          <p:cNvSpPr txBox="1"/>
          <p:nvPr/>
        </p:nvSpPr>
        <p:spPr>
          <a:xfrm>
            <a:off x="6779079" y="2056686"/>
            <a:ext cx="518976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is KNN?: It's a simple, supervised machine learning algorithm.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it Works: KNN classifies a new data point based on the majority class of its 'k' nearest neighbors.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Key components: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K: The number of neighbors to consider. Choosing the right k is crucial.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Distance Metric: The function used to measure the "distance" or similarity between data points (e.g., images).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AFA5E-469B-2BFC-9D4E-BD1EC6E48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5021" y="-1161506"/>
            <a:ext cx="4179570" cy="3376691"/>
          </a:xfrm>
        </p:spPr>
        <p:txBody>
          <a:bodyPr/>
          <a:lstStyle/>
          <a:p>
            <a:r>
              <a:rPr lang="en-US" sz="3500" b="1" dirty="0"/>
              <a:t>Data Preparation &amp; Methodology</a:t>
            </a:r>
            <a:endParaRPr lang="en-US" sz="3500" dirty="0"/>
          </a:p>
        </p:txBody>
      </p:sp>
      <p:pic>
        <p:nvPicPr>
          <p:cNvPr id="16" name="Picture Placeholder 15" descr="A person stretching in a gym">
            <a:extLst>
              <a:ext uri="{FF2B5EF4-FFF2-40B4-BE49-F238E27FC236}">
                <a16:creationId xmlns:a16="http://schemas.microsoft.com/office/drawing/2014/main" id="{448EF356-1822-E2AE-2794-322870D4C22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44" r="44"/>
          <a:stretch/>
        </p:blipFill>
        <p:spPr>
          <a:xfrm>
            <a:off x="0" y="-5080"/>
            <a:ext cx="6576291" cy="6872605"/>
          </a:xfr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44268F6-A361-9907-F87F-9C4377ECA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6693AFE-2191-5240-9310-AE1F2DC4AF2D}"/>
              </a:ext>
            </a:extLst>
          </p:cNvPr>
          <p:cNvSpPr txBox="1"/>
          <p:nvPr/>
        </p:nvSpPr>
        <p:spPr>
          <a:xfrm>
            <a:off x="6975021" y="2792186"/>
            <a:ext cx="501015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Data Source: CIFAR-10 dataset in a CSV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Key Preprocessing Steps: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Sampling: We took a balanced sample of 500 images per class to ensure a representative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Splitting: The dataset was split into training (80%) and testing (20%) sets.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Our Experiment: We ran a series of experiments to evaluate the KNN model using: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Different k values: [1, 3, 5, 7]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Different distance metrics: Euclidean, Manhattan, and Cosine.</a:t>
            </a:r>
          </a:p>
        </p:txBody>
      </p:sp>
    </p:spTree>
    <p:extLst>
      <p:ext uri="{BB962C8B-B14F-4D97-AF65-F5344CB8AC3E}">
        <p14:creationId xmlns:p14="http://schemas.microsoft.com/office/powerpoint/2010/main" val="2241459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316" y="-315899"/>
            <a:ext cx="3102725" cy="2121177"/>
          </a:xfrm>
        </p:spPr>
        <p:txBody>
          <a:bodyPr>
            <a:normAutofit/>
          </a:bodyPr>
          <a:lstStyle/>
          <a:p>
            <a:r>
              <a:rPr lang="en-US" sz="3500" b="1" dirty="0"/>
              <a:t>Accuracy vs. K</a:t>
            </a:r>
            <a:endParaRPr lang="en-US" sz="35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5533" y="2256892"/>
            <a:ext cx="3689508" cy="3407051"/>
          </a:xfrm>
        </p:spPr>
        <p:txBody>
          <a:bodyPr>
            <a:normAutofit/>
          </a:bodyPr>
          <a:lstStyle/>
          <a:p>
            <a:r>
              <a:rPr lang="en-US" dirty="0"/>
              <a:t>Summary of Findings: This slide shows how the model's overall accuracy changes with different k values for each distance metric.</a:t>
            </a:r>
          </a:p>
          <a:p>
            <a:r>
              <a:rPr lang="en-US" dirty="0"/>
              <a:t>Analysis:</a:t>
            </a:r>
          </a:p>
          <a:p>
            <a:pPr>
              <a:spcBef>
                <a:spcPts val="0"/>
              </a:spcBef>
            </a:pPr>
            <a:r>
              <a:rPr lang="en-US" dirty="0"/>
              <a:t>Point out the distance metric and k value that achieved the highest accuracy.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CCE5F0-EF77-7D41-9333-2CBFA3B70D71}"/>
              </a:ext>
            </a:extLst>
          </p:cNvPr>
          <p:cNvSpPr txBox="1"/>
          <p:nvPr/>
        </p:nvSpPr>
        <p:spPr>
          <a:xfrm>
            <a:off x="3057525" y="2721820"/>
            <a:ext cx="6115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609B32-E9E8-0E0A-3F63-0B3C23C6F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041" y="399149"/>
            <a:ext cx="8306959" cy="645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3E5FEE2D-79E5-4C1D-8BF7-EE619CA70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302" y="4207094"/>
            <a:ext cx="10515600" cy="1325563"/>
          </a:xfrm>
        </p:spPr>
        <p:txBody>
          <a:bodyPr anchor="b">
            <a:noAutofit/>
          </a:bodyPr>
          <a:lstStyle/>
          <a:p>
            <a:r>
              <a:rPr lang="en-US" sz="4200" b="1" dirty="0"/>
              <a:t>Conclusion</a:t>
            </a:r>
            <a:br>
              <a:rPr lang="en-US" sz="1800" b="1" dirty="0"/>
            </a:br>
            <a:br>
              <a:rPr lang="en-US" sz="1800" b="1" dirty="0"/>
            </a:br>
            <a:br>
              <a:rPr lang="en-US" sz="1800" b="1" dirty="0"/>
            </a:br>
            <a:br>
              <a:rPr lang="en-US" sz="1800" b="1" dirty="0"/>
            </a:br>
            <a:r>
              <a:rPr lang="en-US" sz="1800" dirty="0"/>
              <a:t>In my experiment, the K-Nearest Neighbors (KNN) model achieved a peak accuracy of roughly </a:t>
            </a:r>
            <a:r>
              <a:rPr lang="en-US" sz="1800" b="1" dirty="0"/>
              <a:t>30.60% </a:t>
            </a:r>
            <a:r>
              <a:rPr lang="en-US" sz="1800" dirty="0"/>
              <a:t>using a </a:t>
            </a:r>
            <a:r>
              <a:rPr lang="en-US" sz="1800" b="1" dirty="0"/>
              <a:t>Manhattan </a:t>
            </a:r>
            <a:r>
              <a:rPr lang="en-US" sz="1800" dirty="0"/>
              <a:t>distance metric and a k value of </a:t>
            </a:r>
            <a:r>
              <a:rPr lang="en-US" sz="1800" b="1" dirty="0"/>
              <a:t>5 </a:t>
            </a:r>
            <a:r>
              <a:rPr lang="en-US" sz="1800" dirty="0"/>
              <a:t>. </a:t>
            </a:r>
            <a:br>
              <a:rPr lang="en-US" sz="1800" dirty="0"/>
            </a:br>
            <a:r>
              <a:rPr lang="en-US" sz="1800" dirty="0"/>
              <a:t>The output also shows that while k=5 was best, the accuracy for k=1 (0.2980) and k=7 (0.3050) were very close, suggesting a small neighborhood is most effective for this problem.</a:t>
            </a:r>
            <a:br>
              <a:rPr lang="en-US" sz="1800" dirty="0"/>
            </a:br>
            <a:r>
              <a:rPr lang="en-US" sz="1800" dirty="0"/>
              <a:t>While this is a solid start, KNN has limitations with high-dimensional data like images, which is why we saw some classification errors. The model struggled most with visually similar classes, as shown in the confusion matrix.</a:t>
            </a:r>
            <a:br>
              <a:rPr lang="en-US" sz="1800" dirty="0"/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91821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8655" y="2666632"/>
            <a:ext cx="4179570" cy="1524735"/>
          </a:xfrm>
        </p:spPr>
        <p:txBody>
          <a:bodyPr/>
          <a:lstStyle/>
          <a:p>
            <a:r>
              <a:rPr lang="en-US" sz="4200" dirty="0"/>
              <a:t>THANK YOU</a:t>
            </a:r>
            <a:br>
              <a:rPr lang="en-US" sz="4200" dirty="0"/>
            </a:br>
            <a:br>
              <a:rPr lang="en-US" sz="4200" dirty="0"/>
            </a:br>
            <a:r>
              <a:rPr lang="en-US" sz="2200" dirty="0"/>
              <a:t>Questions?</a:t>
            </a:r>
            <a:br>
              <a:rPr lang="en-US" sz="2200" dirty="0"/>
            </a:br>
            <a:r>
              <a:rPr lang="en-US" sz="2200" dirty="0"/>
              <a:t>I don’t Wana Answer them😅</a:t>
            </a:r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16c05727-aa75-4e4a-9b5f-8a80a1165891"/>
    <ds:schemaRef ds:uri="230e9df3-be65-4c73-a93b-d1236ebd677e"/>
    <ds:schemaRef ds:uri="http://schemas.microsoft.com/sharepoint/v3"/>
    <ds:schemaRef ds:uri="http://purl.org/dc/elements/1.1/"/>
    <ds:schemaRef ds:uri="http://www.w3.org/XML/1998/namespace"/>
    <ds:schemaRef ds:uri="http://purl.org/dc/dcmitype/"/>
    <ds:schemaRef ds:uri="http://schemas.microsoft.com/office/2006/metadata/properties"/>
    <ds:schemaRef ds:uri="71af3243-3dd4-4a8d-8c0d-dd76da1f02a5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presentation</Template>
  <TotalTime>53</TotalTime>
  <Words>472</Words>
  <Application>Microsoft Office PowerPoint</Application>
  <PresentationFormat>Widescreen</PresentationFormat>
  <Paragraphs>37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Tenorite</vt:lpstr>
      <vt:lpstr>Custom</vt:lpstr>
      <vt:lpstr>IBM Project</vt:lpstr>
      <vt:lpstr>Problem Statement &amp; Objective</vt:lpstr>
      <vt:lpstr>The KNN Algorithm</vt:lpstr>
      <vt:lpstr>Data Preparation &amp; Methodology</vt:lpstr>
      <vt:lpstr>Accuracy vs. K</vt:lpstr>
      <vt:lpstr>Conclusion    In my experiment, the K-Nearest Neighbors (KNN) model achieved a peak accuracy of roughly 30.60% using a Manhattan distance metric and a k value of 5 .  The output also shows that while k=5 was best, the accuracy for k=1 (0.2980) and k=7 (0.3050) were very close, suggesting a small neighborhood is most effective for this problem. While this is a solid start, KNN has limitations with high-dimensional data like images, which is why we saw some classification errors. The model struggled most with visually similar classes, as shown in the confusion matrix. </vt:lpstr>
      <vt:lpstr>THANK YOU  Questions? I don’t Wana Answer them😅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Amitabh Ranjan</dc:creator>
  <cp:lastModifiedBy>Amitabh Ranjan</cp:lastModifiedBy>
  <cp:revision>2</cp:revision>
  <dcterms:created xsi:type="dcterms:W3CDTF">2025-08-29T09:27:28Z</dcterms:created>
  <dcterms:modified xsi:type="dcterms:W3CDTF">2025-12-19T10:27:23Z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